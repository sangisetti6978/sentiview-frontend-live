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Lakshmi P" userId="9d3e6bbe75062321" providerId="LiveId" clId="{24D833F4-2A37-4AF8-B771-18610D5B1B47}"/>
    <pc:docChg chg="custSel modSld">
      <pc:chgData name="Sree Lakshmi P" userId="9d3e6bbe75062321" providerId="LiveId" clId="{24D833F4-2A37-4AF8-B771-18610D5B1B47}" dt="2025-08-09T05:11:05.330" v="12"/>
      <pc:docMkLst>
        <pc:docMk/>
      </pc:docMkLst>
      <pc:sldChg chg="addSp delSp modSp mod">
        <pc:chgData name="Sree Lakshmi P" userId="9d3e6bbe75062321" providerId="LiveId" clId="{24D833F4-2A37-4AF8-B771-18610D5B1B47}" dt="2025-08-09T05:10:53.245" v="7" actId="14100"/>
        <pc:sldMkLst>
          <pc:docMk/>
          <pc:sldMk cId="0" sldId="256"/>
        </pc:sldMkLst>
        <pc:picChg chg="add del mod">
          <ac:chgData name="Sree Lakshmi P" userId="9d3e6bbe75062321" providerId="LiveId" clId="{24D833F4-2A37-4AF8-B771-18610D5B1B47}" dt="2025-08-09T05:10:35.528" v="1" actId="478"/>
          <ac:picMkLst>
            <pc:docMk/>
            <pc:sldMk cId="0" sldId="256"/>
            <ac:picMk id="4" creationId="{4462345F-766B-C008-4AD4-82F525FC50E2}"/>
          </ac:picMkLst>
        </pc:picChg>
        <pc:picChg chg="add mod">
          <ac:chgData name="Sree Lakshmi P" userId="9d3e6bbe75062321" providerId="LiveId" clId="{24D833F4-2A37-4AF8-B771-18610D5B1B47}" dt="2025-08-09T05:10:53.245" v="7" actId="14100"/>
          <ac:picMkLst>
            <pc:docMk/>
            <pc:sldMk cId="0" sldId="256"/>
            <ac:picMk id="5" creationId="{29E028E9-EF99-BBA6-27C5-1E1A9F1B27D1}"/>
          </ac:picMkLst>
        </pc:picChg>
      </pc:sldChg>
      <pc:sldChg chg="addSp modSp mod">
        <pc:chgData name="Sree Lakshmi P" userId="9d3e6bbe75062321" providerId="LiveId" clId="{24D833F4-2A37-4AF8-B771-18610D5B1B47}" dt="2025-08-09T05:10:47.485" v="5" actId="14100"/>
        <pc:sldMkLst>
          <pc:docMk/>
          <pc:sldMk cId="0" sldId="257"/>
        </pc:sldMkLst>
        <pc:picChg chg="add mod">
          <ac:chgData name="Sree Lakshmi P" userId="9d3e6bbe75062321" providerId="LiveId" clId="{24D833F4-2A37-4AF8-B771-18610D5B1B47}" dt="2025-08-09T05:10:47.485" v="5" actId="14100"/>
          <ac:picMkLst>
            <pc:docMk/>
            <pc:sldMk cId="0" sldId="257"/>
            <ac:picMk id="4" creationId="{CCF5D2CD-2F6E-92B3-185B-69BD05A755B6}"/>
          </ac:picMkLst>
        </pc:picChg>
      </pc:sldChg>
      <pc:sldChg chg="addSp modSp mod">
        <pc:chgData name="Sree Lakshmi P" userId="9d3e6bbe75062321" providerId="LiveId" clId="{24D833F4-2A37-4AF8-B771-18610D5B1B47}" dt="2025-08-09T05:10:59.970" v="10" actId="14100"/>
        <pc:sldMkLst>
          <pc:docMk/>
          <pc:sldMk cId="0" sldId="258"/>
        </pc:sldMkLst>
        <pc:picChg chg="add mod">
          <ac:chgData name="Sree Lakshmi P" userId="9d3e6bbe75062321" providerId="LiveId" clId="{24D833F4-2A37-4AF8-B771-18610D5B1B47}" dt="2025-08-09T05:10:59.970" v="10" actId="14100"/>
          <ac:picMkLst>
            <pc:docMk/>
            <pc:sldMk cId="0" sldId="258"/>
            <ac:picMk id="4" creationId="{63A49C33-0658-C44A-460B-28E7049A5230}"/>
          </ac:picMkLst>
        </pc:picChg>
      </pc:sldChg>
      <pc:sldChg chg="addSp modSp">
        <pc:chgData name="Sree Lakshmi P" userId="9d3e6bbe75062321" providerId="LiveId" clId="{24D833F4-2A37-4AF8-B771-18610D5B1B47}" dt="2025-08-09T05:11:03.255" v="11"/>
        <pc:sldMkLst>
          <pc:docMk/>
          <pc:sldMk cId="0" sldId="259"/>
        </pc:sldMkLst>
        <pc:picChg chg="add mod">
          <ac:chgData name="Sree Lakshmi P" userId="9d3e6bbe75062321" providerId="LiveId" clId="{24D833F4-2A37-4AF8-B771-18610D5B1B47}" dt="2025-08-09T05:11:03.255" v="11"/>
          <ac:picMkLst>
            <pc:docMk/>
            <pc:sldMk cId="0" sldId="259"/>
            <ac:picMk id="4" creationId="{D57C1180-C518-AF1E-D822-914A93D31F0A}"/>
          </ac:picMkLst>
        </pc:picChg>
      </pc:sldChg>
      <pc:sldChg chg="addSp modSp">
        <pc:chgData name="Sree Lakshmi P" userId="9d3e6bbe75062321" providerId="LiveId" clId="{24D833F4-2A37-4AF8-B771-18610D5B1B47}" dt="2025-08-09T05:11:05.330" v="12"/>
        <pc:sldMkLst>
          <pc:docMk/>
          <pc:sldMk cId="0" sldId="260"/>
        </pc:sldMkLst>
        <pc:picChg chg="add mod">
          <ac:chgData name="Sree Lakshmi P" userId="9d3e6bbe75062321" providerId="LiveId" clId="{24D833F4-2A37-4AF8-B771-18610D5B1B47}" dt="2025-08-09T05:11:05.330" v="12"/>
          <ac:picMkLst>
            <pc:docMk/>
            <pc:sldMk cId="0" sldId="260"/>
            <ac:picMk id="4" creationId="{C99D5135-702A-DA07-8D52-544259924F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47852"/>
            <a:ext cx="7772400" cy="1498664"/>
          </a:xfrm>
        </p:spPr>
        <p:txBody>
          <a:bodyPr>
            <a:normAutofit fontScale="90000"/>
          </a:bodyPr>
          <a:lstStyle/>
          <a:p>
            <a:r>
              <a:rPr dirty="0"/>
              <a:t>Project Review-</a:t>
            </a:r>
            <a:r>
              <a:rPr lang="en-US" dirty="0"/>
              <a:t>3</a:t>
            </a:r>
            <a:endParaRPr dirty="0"/>
          </a:p>
          <a:p>
            <a:r>
              <a:rPr dirty="0"/>
              <a:t>(</a:t>
            </a:r>
            <a:r>
              <a:rPr lang="en-IN" dirty="0"/>
              <a:t>Methodology/Application Development</a:t>
            </a:r>
            <a:r>
              <a:rPr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Front-End Development Frameworks | Project Title | Team Members | Roll Numbers | Guide Name | Department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028E9-EF99-BBA6-27C5-1E1A9F1B2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554" y="5566734"/>
            <a:ext cx="3883842" cy="1195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Short description of the problem</a:t>
            </a:r>
          </a:p>
          <a:p>
            <a:r>
              <a:rPr lang="en-US" sz="1400" dirty="0"/>
              <a:t>Project objective / goals</a:t>
            </a:r>
          </a:p>
          <a:p>
            <a:r>
              <a:rPr lang="en-US" sz="1400" dirty="0"/>
              <a:t>Application idea (solution in brief)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5D2CD-2F6E-92B3-185B-69BD05A75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918" y="5566734"/>
            <a:ext cx="3346515" cy="11957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Technology Stack &amp;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400" dirty="0"/>
              <a:t>Frameworks, languages, tools used (React/Angular, HTML, CSS, Bootstrap, </a:t>
            </a:r>
            <a:r>
              <a:rPr lang="en-IN" sz="1400" dirty="0" err="1"/>
              <a:t>npm</a:t>
            </a:r>
            <a:r>
              <a:rPr lang="en-IN" sz="1400" dirty="0"/>
              <a:t>, etc.)</a:t>
            </a:r>
          </a:p>
          <a:p>
            <a:pPr marL="0" indent="0">
              <a:buNone/>
            </a:pPr>
            <a:r>
              <a:rPr lang="en-IN" sz="1400" dirty="0"/>
              <a:t>Small system architecture diagram / flow diagram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49C33-0658-C44A-460B-28E7049A5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23" y="5566734"/>
            <a:ext cx="2818614" cy="11957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Implementation Snapshots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Screenshots of UI (Login, Dashboard, Forms, etc.)</a:t>
            </a:r>
          </a:p>
          <a:p>
            <a:pPr marL="0" indent="0">
              <a:buNone/>
            </a:pPr>
            <a:r>
              <a:rPr lang="en-US" sz="1400" dirty="0"/>
              <a:t>Short captions below each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C1180-C518-AF1E-D822-914A93D31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23" y="5566734"/>
            <a:ext cx="2818614" cy="11957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Key Features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Bullet list of main features implemented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D5135-702A-DA07-8D52-544259924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23" y="5566734"/>
            <a:ext cx="2818614" cy="1195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4D56-76A4-3C51-505D-1E1FA56E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FCB7-B803-F340-6FF5-61437A8A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2–3 major challenges faced + solutions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73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8D23-6CCA-CAD0-D0F5-C56800A4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Results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B1E1-0682-24DA-9C62-E1B71EECD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Testing methods used (browser, responsive, validation)</a:t>
            </a:r>
          </a:p>
          <a:p>
            <a:r>
              <a:rPr lang="en-US" sz="1400" dirty="0"/>
              <a:t>Current status of the project</a:t>
            </a:r>
          </a:p>
          <a:p>
            <a:r>
              <a:rPr lang="en-US" sz="1400" dirty="0"/>
              <a:t>Future scope (features to add later)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3405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0716-EF06-E3E7-404D-F4DF7DD19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23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Project Review-3 (Methodology/Application Development)</vt:lpstr>
      <vt:lpstr>Problem Statement &amp; Objective</vt:lpstr>
      <vt:lpstr>Technology Stack &amp; Architecture</vt:lpstr>
      <vt:lpstr>Implementation Snapshots</vt:lpstr>
      <vt:lpstr>Key Features </vt:lpstr>
      <vt:lpstr>Challenges &amp; Solutions</vt:lpstr>
      <vt:lpstr>Testing Results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Lakshmi P</dc:creator>
  <cp:keywords/>
  <dc:description>generated using python-pptx</dc:description>
  <cp:lastModifiedBy>Sree Lakshmi P</cp:lastModifiedBy>
  <cp:revision>4</cp:revision>
  <dcterms:created xsi:type="dcterms:W3CDTF">2013-01-27T09:14:16Z</dcterms:created>
  <dcterms:modified xsi:type="dcterms:W3CDTF">2025-09-24T09:17:18Z</dcterms:modified>
  <cp:category/>
</cp:coreProperties>
</file>