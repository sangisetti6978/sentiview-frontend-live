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6143"/>
            <a:ext cx="7772400" cy="3374308"/>
          </a:xfrm>
        </p:spPr>
        <p:txBody>
          <a:bodyPr>
            <a:normAutofit/>
          </a:bodyPr>
          <a:lstStyle/>
          <a:p>
            <a:r>
              <a:rPr u="sng" dirty="0"/>
              <a:t>Project Review-</a:t>
            </a:r>
            <a:r>
              <a:rPr lang="en-US" u="sng" dirty="0"/>
              <a:t>4</a:t>
            </a:r>
            <a:endParaRPr u="sng" dirty="0"/>
          </a:p>
          <a:p>
            <a:r>
              <a:rPr dirty="0"/>
              <a:t>(Literature Review / Applications Survey)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4813"/>
            <a:ext cx="6400800" cy="2959509"/>
          </a:xfrm>
        </p:spPr>
        <p:txBody>
          <a:bodyPr>
            <a:normAutofit fontScale="55000" lnSpcReduction="20000"/>
          </a:bodyPr>
          <a:lstStyle/>
          <a:p>
            <a:r>
              <a:rPr lang="en-US" sz="57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TITLE:</a:t>
            </a:r>
          </a:p>
          <a:p>
            <a:r>
              <a:rPr sz="4600" dirty="0" err="1">
                <a:solidFill>
                  <a:srgbClr val="FF0000"/>
                </a:solidFill>
              </a:rPr>
              <a:t>Sentiview</a:t>
            </a:r>
            <a:r>
              <a:rPr sz="4600" dirty="0">
                <a:solidFill>
                  <a:srgbClr val="FF0000"/>
                </a:solidFill>
              </a:rPr>
              <a:t> – Feedback Dashboard with Emotive Insights</a:t>
            </a:r>
            <a:endParaRPr lang="en-US" sz="4600" dirty="0">
              <a:solidFill>
                <a:srgbClr val="FF0000"/>
              </a:solidFill>
            </a:endParaRPr>
          </a:p>
          <a:p>
            <a:endParaRPr lang="en-US" dirty="0"/>
          </a:p>
          <a:p>
            <a:pPr algn="l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Team No:13</a:t>
            </a:r>
          </a:p>
          <a:p>
            <a:pPr algn="l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TEAM MEMBERS:</a:t>
            </a:r>
          </a:p>
          <a:p>
            <a:pPr algn="l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2410030185-Bhargav</a:t>
            </a:r>
          </a:p>
          <a:p>
            <a:pPr algn="l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2410030402-Harshith</a:t>
            </a:r>
          </a:p>
          <a:p>
            <a:pPr algn="l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2410030524-Sharath</a:t>
            </a:r>
            <a:endParaRPr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18F5C1-9BFF-F760-EF3A-B0B143221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58" y="0"/>
            <a:ext cx="3883842" cy="10323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2890"/>
            <a:ext cx="8229600" cy="1120878"/>
          </a:xfrm>
        </p:spPr>
        <p:txBody>
          <a:bodyPr/>
          <a:lstStyle/>
          <a:p>
            <a:r>
              <a:rPr b="1" u="sng" dirty="0"/>
              <a:t>Relevance to 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  <a:defRPr sz="1400"/>
            </a:pPr>
            <a:r>
              <a:rPr sz="2200" b="1" dirty="0"/>
              <a:t>Chosen Framework:</a:t>
            </a:r>
            <a:endParaRPr lang="en-US" sz="2200" b="1" dirty="0"/>
          </a:p>
          <a:p>
            <a:pPr marL="0" indent="0">
              <a:buNone/>
              <a:defRPr sz="1400"/>
            </a:pPr>
            <a:r>
              <a:rPr lang="en-IN" sz="2000" dirty="0"/>
              <a:t>React.js + Tailwind CSS</a:t>
            </a:r>
            <a:endParaRPr sz="2000" dirty="0"/>
          </a:p>
          <a:p>
            <a:pPr marL="0" indent="0">
              <a:buNone/>
              <a:defRPr sz="1400"/>
            </a:pPr>
            <a:r>
              <a:rPr sz="2000" b="1" dirty="0"/>
              <a:t>Why Important:</a:t>
            </a:r>
          </a:p>
          <a:p>
            <a:pPr>
              <a:defRPr sz="1400"/>
            </a:pPr>
            <a:r>
              <a:rPr sz="1800" dirty="0"/>
              <a:t>React provides modular, component-based structure for building interactive dashboards</a:t>
            </a:r>
          </a:p>
          <a:p>
            <a:pPr>
              <a:defRPr sz="1400"/>
            </a:pPr>
            <a:r>
              <a:rPr sz="1800" dirty="0"/>
              <a:t>Tailwind CSS enables rapid, responsive styling without writing repetitive CSS</a:t>
            </a:r>
          </a:p>
          <a:p>
            <a:pPr>
              <a:defRPr sz="1400"/>
            </a:pPr>
            <a:r>
              <a:rPr sz="1800" dirty="0"/>
              <a:t>Together, they allow real-time updates of sentiment charts and smooth interaction</a:t>
            </a:r>
          </a:p>
          <a:p>
            <a:pPr marL="0" indent="0">
              <a:buNone/>
              <a:defRPr sz="1400"/>
            </a:pPr>
            <a:r>
              <a:rPr sz="2400" b="1" dirty="0"/>
              <a:t>Literature Connection: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sz="1800" dirty="0"/>
              <a:t>React improves UI responsiveness and scalability in data-driven apps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sz="1800" dirty="0"/>
              <a:t>Tailwind speeds up development and ensures consistent design</a:t>
            </a:r>
          </a:p>
          <a:p>
            <a:pPr marL="0" indent="0">
              <a:buNone/>
              <a:defRPr sz="1400"/>
            </a:pPr>
            <a:r>
              <a:rPr sz="2400" b="1" dirty="0"/>
              <a:t>Key References:</a:t>
            </a:r>
          </a:p>
          <a:p>
            <a:pPr>
              <a:defRPr sz="1400"/>
            </a:pPr>
            <a:r>
              <a:rPr dirty="0"/>
              <a:t>1. Abramov, D. (2022) – A Complete Guide to Building React Applications</a:t>
            </a:r>
          </a:p>
          <a:p>
            <a:pPr>
              <a:defRPr sz="1400"/>
            </a:pPr>
            <a:r>
              <a:rPr dirty="0"/>
              <a:t>2. Tailwind Labs (2023) – Utility-First CSS for Rapid UI Development</a:t>
            </a:r>
          </a:p>
          <a:p>
            <a:pPr>
              <a:defRPr sz="1400"/>
            </a:pPr>
            <a:r>
              <a:rPr dirty="0"/>
              <a:t>3. Google Developers (2021) – Optimizing Web Applications with Virtual DOM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9623B-34F6-4F84-042C-2FCA9793C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58" y="0"/>
            <a:ext cx="3883842" cy="1002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55625"/>
            <a:ext cx="8229600" cy="611059"/>
          </a:xfrm>
        </p:spPr>
        <p:txBody>
          <a:bodyPr>
            <a:normAutofit fontScale="90000"/>
          </a:bodyPr>
          <a:lstStyle/>
          <a:p>
            <a:r>
              <a:rPr u="sng" dirty="0"/>
              <a:t>Depth &amp; Quality of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4" y="1366684"/>
            <a:ext cx="8499986" cy="15633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1400"/>
            </a:pPr>
            <a:r>
              <a:rPr sz="2200" b="1" u="sng" dirty="0"/>
              <a:t>Sources Reviewed:</a:t>
            </a:r>
            <a:r>
              <a:rPr sz="2200" dirty="0"/>
              <a:t> </a:t>
            </a:r>
            <a:r>
              <a:rPr sz="1800" dirty="0"/>
              <a:t>9 total (4 research papers, 3 technical blogs, 2 official docs)</a:t>
            </a:r>
          </a:p>
          <a:p>
            <a:pPr>
              <a:defRPr sz="1400"/>
            </a:pPr>
            <a:endParaRPr lang="en-US" sz="1800" dirty="0"/>
          </a:p>
          <a:p>
            <a:pPr marL="0" indent="0">
              <a:buNone/>
              <a:defRPr sz="1400"/>
            </a:pPr>
            <a:r>
              <a:rPr sz="2200" b="1" u="sng" dirty="0"/>
              <a:t>Coverage: </a:t>
            </a:r>
            <a:r>
              <a:rPr sz="1800" dirty="0"/>
              <a:t>React.js, Angular, Vue.js, Tailwind CSS, Bootstrap, Material UI</a:t>
            </a:r>
          </a:p>
          <a:p>
            <a:pPr marL="0" indent="0">
              <a:buNone/>
              <a:defRPr sz="1400"/>
            </a:pPr>
            <a:endParaRPr lang="en-US" dirty="0"/>
          </a:p>
          <a:p>
            <a:pPr marL="0" indent="0">
              <a:buNone/>
              <a:defRPr sz="1400"/>
            </a:pPr>
            <a:r>
              <a:rPr lang="en-IN" sz="2600" b="1" u="sng" dirty="0"/>
              <a:t>Summary Table:</a:t>
            </a:r>
            <a:endParaRPr sz="2600" b="1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8C1A4D-7C43-8EC4-A20F-0958AA102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349174"/>
              </p:ext>
            </p:extLst>
          </p:nvPr>
        </p:nvGraphicFramePr>
        <p:xfrm>
          <a:off x="186814" y="2930014"/>
          <a:ext cx="8740876" cy="388048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61231">
                  <a:extLst>
                    <a:ext uri="{9D8B030D-6E8A-4147-A177-3AD203B41FA5}">
                      <a16:colId xmlns:a16="http://schemas.microsoft.com/office/drawing/2014/main" val="1589893778"/>
                    </a:ext>
                  </a:extLst>
                </a:gridCol>
                <a:gridCol w="2082682">
                  <a:extLst>
                    <a:ext uri="{9D8B030D-6E8A-4147-A177-3AD203B41FA5}">
                      <a16:colId xmlns:a16="http://schemas.microsoft.com/office/drawing/2014/main" val="686547166"/>
                    </a:ext>
                  </a:extLst>
                </a:gridCol>
                <a:gridCol w="3676698">
                  <a:extLst>
                    <a:ext uri="{9D8B030D-6E8A-4147-A177-3AD203B41FA5}">
                      <a16:colId xmlns:a16="http://schemas.microsoft.com/office/drawing/2014/main" val="288041255"/>
                    </a:ext>
                  </a:extLst>
                </a:gridCol>
                <a:gridCol w="1920265">
                  <a:extLst>
                    <a:ext uri="{9D8B030D-6E8A-4147-A177-3AD203B41FA5}">
                      <a16:colId xmlns:a16="http://schemas.microsoft.com/office/drawing/2014/main" val="369044555"/>
                    </a:ext>
                  </a:extLst>
                </a:gridCol>
              </a:tblGrid>
              <a:tr h="5326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Relevance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616579"/>
                  </a:ext>
                </a:extLst>
              </a:tr>
              <a:tr h="65281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2023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/>
                        <a:t>Tailwind Labs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Utility-first CSS reduces dev time by ~40%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557761"/>
                  </a:ext>
                </a:extLst>
              </a:tr>
              <a:tr h="65281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2022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Abramov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React’s</a:t>
                      </a:r>
                      <a:r>
                        <a:rPr lang="en-US" dirty="0"/>
                        <a:t> virtual DOM enhances real-time updates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65392"/>
                  </a:ext>
                </a:extLst>
              </a:tr>
              <a:tr h="60330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2021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Google Devs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DOM optimization crucial for analytics dashboards.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238243"/>
                  </a:ext>
                </a:extLst>
              </a:tr>
              <a:tr h="53262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2020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Evan You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Vue.js offers simplicity but limited adoption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418725"/>
                  </a:ext>
                </a:extLst>
              </a:tr>
              <a:tr h="7620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2019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Bootstrap Docs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 system speeds UI layout creation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609595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9D3F003-2BD0-B174-DE82-3F418DB78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58" y="1"/>
            <a:ext cx="3883842" cy="9158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63560"/>
            <a:ext cx="8229600" cy="924233"/>
          </a:xfrm>
        </p:spPr>
        <p:txBody>
          <a:bodyPr>
            <a:normAutofit fontScale="90000"/>
          </a:bodyPr>
          <a:lstStyle/>
          <a:p>
            <a:r>
              <a:rPr b="1" u="sng" dirty="0"/>
              <a:t>Critical Analysis, Synthesis &amp; Gap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2" y="1632155"/>
            <a:ext cx="8372168" cy="5225845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1400"/>
            </a:pPr>
            <a:r>
              <a:rPr sz="1800" b="1" dirty="0"/>
              <a:t>What Works Well: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React: fast rendering, modular components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lang="en-US" dirty="0"/>
              <a:t>T</a:t>
            </a:r>
            <a:r>
              <a:rPr dirty="0"/>
              <a:t>ailwind: rapid UI prototyping, responsive design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Bootstrap: strong grid system, beginner-friendly</a:t>
            </a:r>
          </a:p>
          <a:p>
            <a:pPr marL="0" indent="0">
              <a:buNone/>
              <a:defRPr sz="1400"/>
            </a:pPr>
            <a:r>
              <a:rPr sz="1800" b="1" dirty="0"/>
              <a:t>Limitations: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React requires state management setup for large data</a:t>
            </a:r>
          </a:p>
          <a:p>
            <a:pPr marL="0" indent="0">
              <a:buNone/>
              <a:defRPr sz="1400"/>
            </a:pPr>
            <a:r>
              <a:rPr lang="en-IN" sz="1400" dirty="0"/>
              <a:t>•</a:t>
            </a:r>
            <a:r>
              <a:rPr dirty="0"/>
              <a:t> Tailwind can lead to verbose HTML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Bootstrap less flexible for custom UI</a:t>
            </a:r>
          </a:p>
          <a:p>
            <a:pPr marL="0" indent="0">
              <a:buNone/>
              <a:defRPr sz="1400"/>
            </a:pPr>
            <a:r>
              <a:rPr sz="1800" b="1" dirty="0"/>
              <a:t>Identified Gap:</a:t>
            </a:r>
          </a:p>
          <a:p>
            <a:pPr marL="0" indent="0">
              <a:buNone/>
              <a:defRPr sz="1400"/>
            </a:pPr>
            <a:r>
              <a:rPr lang="en-IN" sz="1400" dirty="0"/>
              <a:t>•</a:t>
            </a:r>
            <a:r>
              <a:rPr dirty="0"/>
              <a:t> Lack of specialized front-end solutions integrating real-time sentiment analysis and emotion-based dashboards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46EA0-07B9-CCC0-3103-B6B6EBFAE3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58" y="0"/>
            <a:ext cx="3883842" cy="96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9368"/>
            <a:ext cx="8229600" cy="924232"/>
          </a:xfrm>
        </p:spPr>
        <p:txBody>
          <a:bodyPr/>
          <a:lstStyle/>
          <a:p>
            <a:r>
              <a:rPr b="1" u="sng" dirty="0"/>
              <a:t>Project Implementation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1400"/>
            </a:pPr>
            <a:r>
              <a:rPr sz="2000" b="1" dirty="0"/>
              <a:t>Progress:</a:t>
            </a:r>
            <a:endParaRPr lang="en-US" sz="2000" b="1" dirty="0"/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UI mockups completed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sz="1600" u="sng" dirty="0"/>
              <a:t>Core components:</a:t>
            </a:r>
            <a:r>
              <a:rPr u="sng" dirty="0"/>
              <a:t> </a:t>
            </a:r>
            <a:r>
              <a:rPr dirty="0"/>
              <a:t>Login page, Feedback form , Dashboard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Routing configured for authentication &amp; admin</a:t>
            </a:r>
          </a:p>
          <a:p>
            <a:pPr marL="0" indent="0">
              <a:buNone/>
              <a:defRPr sz="1400"/>
            </a:pPr>
            <a:endParaRPr lang="en-US" sz="1800" b="1" dirty="0"/>
          </a:p>
          <a:p>
            <a:pPr marL="0" indent="0">
              <a:buNone/>
              <a:defRPr sz="1400"/>
            </a:pPr>
            <a:r>
              <a:rPr sz="1800" b="1" dirty="0"/>
              <a:t>Frameworks &amp; Tools</a:t>
            </a:r>
            <a:r>
              <a:rPr dirty="0"/>
              <a:t>: React.js, Tailwind CSS, Recharts, Axios</a:t>
            </a:r>
          </a:p>
          <a:p>
            <a:pPr marL="0" indent="0">
              <a:buNone/>
              <a:defRPr sz="1400"/>
            </a:pPr>
            <a:endParaRPr lang="en-US" sz="1800" b="1" dirty="0"/>
          </a:p>
          <a:p>
            <a:pPr marL="0" indent="0">
              <a:buNone/>
              <a:defRPr sz="1400"/>
            </a:pPr>
            <a:r>
              <a:rPr sz="1800" b="1" dirty="0"/>
              <a:t>Next Milestones:</a:t>
            </a:r>
          </a:p>
          <a:p>
            <a:pPr marL="0" indent="0">
              <a:buNone/>
              <a:defRPr sz="1400"/>
            </a:pPr>
            <a:r>
              <a:rPr lang="en-IN" sz="1400" dirty="0"/>
              <a:t>•</a:t>
            </a:r>
            <a:r>
              <a:rPr dirty="0"/>
              <a:t> Integrate backend API for feedback storage and analysis</a:t>
            </a:r>
          </a:p>
          <a:p>
            <a:pPr marL="0" indent="0">
              <a:buNone/>
              <a:defRPr sz="1400"/>
            </a:pPr>
            <a:r>
              <a:rPr lang="en-IN" sz="1400" dirty="0"/>
              <a:t>• </a:t>
            </a:r>
            <a:r>
              <a:rPr dirty="0"/>
              <a:t>Implement </a:t>
            </a:r>
            <a:r>
              <a:rPr lang="en-US" dirty="0"/>
              <a:t>upload photo and product mail id.</a:t>
            </a:r>
            <a:endParaRPr dirty="0"/>
          </a:p>
          <a:p>
            <a:pPr marL="0" indent="0">
              <a:buNone/>
              <a:defRPr sz="1400"/>
            </a:pPr>
            <a:r>
              <a:rPr lang="en-IN" sz="1400" dirty="0"/>
              <a:t>•</a:t>
            </a:r>
            <a:r>
              <a:rPr dirty="0"/>
              <a:t> Add dashboard filtering options</a:t>
            </a:r>
          </a:p>
          <a:p>
            <a:pPr marL="0" indent="0">
              <a:buNone/>
              <a:defRPr sz="1400"/>
            </a:pPr>
            <a:r>
              <a:rPr lang="en-IN" sz="1400" dirty="0"/>
              <a:t>•</a:t>
            </a:r>
            <a:r>
              <a:rPr dirty="0"/>
              <a:t> Deploy to production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225CF-C1E9-2E6B-F6C7-DA2F4FAA3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58" y="0"/>
            <a:ext cx="3883842" cy="924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72A1C-FDA1-21BC-9F91-DBD11B3BBBB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-491613" y="2231923"/>
            <a:ext cx="9635613" cy="164198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9600" b="1" dirty="0"/>
              <a:t>THANK YOU </a:t>
            </a:r>
            <a:endParaRPr lang="en-IN" sz="9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E034A-61BE-733C-FEF8-14807D922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158" y="0"/>
            <a:ext cx="3883842" cy="87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9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406</Words>
  <Application>Microsoft Office PowerPoint</Application>
  <PresentationFormat>On-screen Show (4:3)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Project Review-4 (Literature Review / Applications Survey)</vt:lpstr>
      <vt:lpstr>Relevance to Project Title</vt:lpstr>
      <vt:lpstr>Depth &amp; Quality of Literature Review</vt:lpstr>
      <vt:lpstr>Critical Analysis, Synthesis &amp; Gap Identification</vt:lpstr>
      <vt:lpstr>Project Implementation Started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bhargavsangisetti@gmail.com</cp:lastModifiedBy>
  <cp:revision>5</cp:revision>
  <dcterms:created xsi:type="dcterms:W3CDTF">2013-01-27T09:14:16Z</dcterms:created>
  <dcterms:modified xsi:type="dcterms:W3CDTF">2025-11-08T18:52:32Z</dcterms:modified>
  <cp:category/>
</cp:coreProperties>
</file>